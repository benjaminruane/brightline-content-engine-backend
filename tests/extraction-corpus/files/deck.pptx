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Vantor Systems - Unit Economics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SLIDE ONE ANCHOR: Average revenue per customer is $450 per month.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Gross margin on the SaaS platform is approximately 78%.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Customer acquisition cost runs between $175–225 per customer.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Growth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SLIDE TWO ANCHOR: Annual recurring revenue reached $24 million in FY2024.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Net revenue retention has held above 115% for six consecutive quarters.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The pipeline was described as “robust and well-diversified”.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Cohorts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SLIDE THREE ANCHOR: Month-12 logo retention is approximately 82%.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The company’s largest cohort continues to expand net of churn.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Recommendation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SLIDE FOUR ANCHOR: We recommend proceeding to full diligence.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The base case generates a 2.8x MOIC and a 23% gross IRR.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2026-08-02T08:38:15Z</dcterms:created>
  <dcterms:modified xsi:type="dcterms:W3CDTF">2026-08-02T08:38:15Z</dcterms:modified>
</cp:coreProperties>
</file>