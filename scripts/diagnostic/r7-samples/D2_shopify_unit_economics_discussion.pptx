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D2 — Shopify unit economics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from .txt for ingestion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block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Shopify's unit economics benefit from high gross margins on subscription software revenue. Over time, payment processing and merchant services have become a larger share of total revenue, which may moderate overall margin expansion.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block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Customer retention remains strong among established merchants, although churn among smaller merchants remains elevated relative to enterprise cohorts. Continued investment in platform capabilities is expected to support long-term merchant retention and lifetime value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